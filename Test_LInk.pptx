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DD08C-2C97-DDC6-4284-E6A99CF40A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3C5048-6C3E-198B-5652-6C6ACEAF17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411ACC-E70E-F2F6-2B09-4DB6C1FD3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5C378-0ED6-4115-95EE-3DFEDDD33804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5D3B8D-2658-BAAD-8BE2-B5A2FFD01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09F01C-61D9-0251-075F-10FC35023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D2566-1EB7-44D5-8792-B49F76849E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73178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053DD-EAF2-2837-D2FD-981D404DD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A06E37-EEFE-B99F-7557-1E9E704876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B77AA1-1114-EAC4-D6CB-ED0AECEB3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5C378-0ED6-4115-95EE-3DFEDDD33804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54E5AA-59C4-0ACC-D080-9374ABA2D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612127-B0DB-BEE6-F94C-9071B46F2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D2566-1EB7-44D5-8792-B49F76849E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6428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62269-59F5-6A48-3EF5-C63D0E99E6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5D502B-1467-0F70-82F9-9E32B9B361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D2D989-7FC9-C412-CD53-350B9775E0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5C378-0ED6-4115-95EE-3DFEDDD33804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BD6B6E-EA99-63EF-3661-6A9DB5841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009E90-8726-7BE5-1E28-AFE43AD57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D2566-1EB7-44D5-8792-B49F76849E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50215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3968F-C38C-770B-84EE-8D3B2A5A9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8D3C95-3ACB-9AF6-4185-590D951B05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99BDD4-BF61-A42D-CC7E-5FED612BBA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529200-EB4C-A824-BAEC-9AB2C255D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5C378-0ED6-4115-95EE-3DFEDDD33804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3EC478-8516-E66B-3E2D-541ED96EE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C70C8B-94D5-3B4D-09E3-995D03070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D2566-1EB7-44D5-8792-B49F76849E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61303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42CFC-6737-24FA-ED27-7E70DA82A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8E0D9-D2ED-3E4E-CB9D-E95599E8F6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6ABED1-6EC0-66A8-6DC9-EFE70E19E5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3DEEB9-FF17-A0EE-27B5-1E3C0BECDA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90020F-8C15-05CE-B9B1-F1A6C2689E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A6ADD14-39D5-BC98-92F0-489720DC8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5C378-0ED6-4115-95EE-3DFEDDD33804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51D689-FDE9-1E29-894B-E7FCF11C7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5F67CD3-56B0-B8E0-D43E-BC14FBC49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D2566-1EB7-44D5-8792-B49F76849E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58232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6778F-FED6-68D4-DA87-D83272D8B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161603-F219-DEBD-CF12-3207735D0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5C378-0ED6-4115-95EE-3DFEDDD33804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34405B-698A-2774-7CEB-885562923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BE1C65-8843-1150-73EA-E53910C04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D2566-1EB7-44D5-8792-B49F76849E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98223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E41E01-C065-DCF9-DD8D-CFE8944CB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5C378-0ED6-4115-95EE-3DFEDDD33804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587BA5-893C-7E92-C02A-A4613CA56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74EEA3-B009-BC65-990F-E1657B22A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D2566-1EB7-44D5-8792-B49F76849E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2679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312DC-B044-FB1A-77CF-BDEFEF5674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69EB58-3BF7-6D74-0490-DD90162F70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51E931-3EE2-D3A1-1086-D8DC53389B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8B812F-332E-52D1-2923-FC5F48A72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5C378-0ED6-4115-95EE-3DFEDDD33804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09203A-3C8E-2322-4860-4D36BE2E3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29937A-2239-FE86-8477-8E0BE9A6C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D2566-1EB7-44D5-8792-B49F76849E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02834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12115-64A7-27A3-9DDE-673C9ABD88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22600E-6986-D61A-8FDC-FD70DB27C4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9E5094-63D0-1F35-6F97-1FFD6E1833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E0896E-FDEF-99E0-353B-55A37D89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5C378-0ED6-4115-95EE-3DFEDDD33804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1BA67F-7BEF-2DAE-F653-AAC83FFB0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F6B0CF-9A57-5148-31A0-DC5853F77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D2566-1EB7-44D5-8792-B49F76849E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35306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6242A-06A4-DCA8-9ADC-AA721A320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783F8E-94DF-FA9C-D898-B332FE2BA1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FFB8B7-017E-ACD8-A35B-C376608BE3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5C378-0ED6-4115-95EE-3DFEDDD33804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2F72C-C74A-C212-35CA-165A84A31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30F83A-4755-6E6B-7EA1-F03EA414B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D2566-1EB7-44D5-8792-B49F76849E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195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86E1DCB-67E8-9B82-6BBF-896962FF24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F846F7-52E1-A78B-0A96-D254B3A893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B06782-C443-1F44-CE26-2A7A7FF1F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5C378-0ED6-4115-95EE-3DFEDDD33804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6A26D-4B86-FF85-4CE5-C18EA15C5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22FB36-BDF2-1555-64EB-B24D0978E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D2566-1EB7-44D5-8792-B49F76849E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4926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4BB3C0B-FF8C-68FB-73A1-529A2803D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B92637-5304-A4DC-069F-C3FA1E73BE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2DBA1C-6E19-A801-06CE-556DD993F8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E5C378-0ED6-4115-95EE-3DFEDDD33804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873557-8287-120F-432E-2ED8AF3B03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909E4B-8AA0-3ED9-A627-E16F849A5C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ED2566-1EB7-44D5-8792-B49F76849E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15696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C90F1F-D89E-741C-9D62-F3E389C776C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Test </a:t>
            </a:r>
            <a:r>
              <a:rPr lang="en-IN"/>
              <a:t>Link Fixer</a:t>
            </a:r>
            <a:br>
              <a:rPr lang="en-IN"/>
            </a:b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D6ED23-1740-C976-A20D-28B22D47B85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37244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Test Link Fixer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Support CIMCON</dc:creator>
  <cp:lastModifiedBy>Support CIMCON</cp:lastModifiedBy>
  <cp:revision>1</cp:revision>
  <dcterms:created xsi:type="dcterms:W3CDTF">2026-04-22T12:05:27Z</dcterms:created>
  <dcterms:modified xsi:type="dcterms:W3CDTF">2026-04-22T12:05:37Z</dcterms:modified>
</cp:coreProperties>
</file>